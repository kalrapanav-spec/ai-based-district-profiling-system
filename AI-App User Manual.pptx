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1A9fiYKXMQIJaTvnxEjlBcBQ8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/>
              <a:t>Preworks course home assignments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hyperlink" Target="mailto:kalrapanav@gmail.co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97948" y="-2705652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1189241" y="824376"/>
            <a:ext cx="5976600" cy="1359900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4500562" y="6000768"/>
            <a:ext cx="4572032" cy="785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IN">
                <a:solidFill>
                  <a:schemeClr val="lt1"/>
                </a:solidFill>
              </a:rPr>
              <a:t>Author: Panav Kalra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189248" y="2342663"/>
            <a:ext cx="64008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 Manual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>
            <p:ph type="ctrTitle"/>
          </p:nvPr>
        </p:nvSpPr>
        <p:spPr>
          <a:xfrm>
            <a:off x="1189250" y="769325"/>
            <a:ext cx="5976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AI Based District Profiling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90242" y="-2705652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Table of Contents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207167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IN">
                <a:solidFill>
                  <a:schemeClr val="lt1"/>
                </a:solidFill>
              </a:rPr>
              <a:t>Acknowledgements</a:t>
            </a:r>
            <a:endParaRPr>
              <a:solidFill>
                <a:schemeClr val="lt1"/>
              </a:solidFill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IN">
                <a:solidFill>
                  <a:schemeClr val="lt1"/>
                </a:solidFill>
              </a:rPr>
              <a:t>About Me</a:t>
            </a:r>
            <a:endParaRPr>
              <a:solidFill>
                <a:schemeClr val="lt1"/>
              </a:solidFill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IN">
                <a:solidFill>
                  <a:schemeClr val="lt1"/>
                </a:solidFill>
              </a:rPr>
              <a:t>My Journey</a:t>
            </a:r>
            <a:endParaRPr>
              <a:solidFill>
                <a:schemeClr val="lt1"/>
              </a:solidFill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IN">
                <a:solidFill>
                  <a:schemeClr val="lt1"/>
                </a:solidFill>
              </a:rPr>
              <a:t>About the App</a:t>
            </a:r>
            <a:endParaRPr>
              <a:solidFill>
                <a:schemeClr val="lt1"/>
              </a:solidFill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IN">
                <a:solidFill>
                  <a:schemeClr val="lt1"/>
                </a:solidFill>
              </a:rPr>
              <a:t>How to Use the App?</a:t>
            </a:r>
            <a:endParaRPr>
              <a:solidFill>
                <a:schemeClr val="lt1"/>
              </a:solidFill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IN">
                <a:solidFill>
                  <a:schemeClr val="lt1"/>
                </a:solidFill>
              </a:rPr>
              <a:t>Contact</a:t>
            </a:r>
            <a:endParaRPr>
              <a:solidFill>
                <a:schemeClr val="lt1"/>
              </a:solidFill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IN">
                <a:solidFill>
                  <a:schemeClr val="lt1"/>
                </a:solidFill>
              </a:rPr>
              <a:t>Ending slide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90242" y="-2705652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Acknowledgements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457200" y="212552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IN">
                <a:solidFill>
                  <a:schemeClr val="lt1"/>
                </a:solidFill>
              </a:rPr>
              <a:t>I would like to thank Avishek Sir for guiding me through this project. I </a:t>
            </a:r>
            <a:r>
              <a:rPr lang="en-IN">
                <a:solidFill>
                  <a:schemeClr val="lt1"/>
                </a:solidFill>
              </a:rPr>
              <a:t>would</a:t>
            </a:r>
            <a:r>
              <a:rPr lang="en-IN">
                <a:solidFill>
                  <a:schemeClr val="lt1"/>
                </a:solidFill>
              </a:rPr>
              <a:t> also like to thank my Parents for their support and the sites I used to procure the data for the ML training (Kaggle etc).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64449" y="-2805045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About Me..</a:t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457200" y="1791669"/>
            <a:ext cx="368617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IN">
                <a:solidFill>
                  <a:schemeClr val="lt1"/>
                </a:solidFill>
              </a:rPr>
              <a:t>Student’s Photograph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5027811" y="1874837"/>
            <a:ext cx="368617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Student’s Introduction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am Panav, I am a 12th grader from Gurgaon, India. I love business and creating social impact.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70425" y="3471875"/>
            <a:ext cx="3083100" cy="2233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hhh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4" title="Screenshot 2026-08-12 at 8.06.5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425" y="3090925"/>
            <a:ext cx="3199551" cy="31074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755576" y="404553"/>
            <a:ext cx="7632848" cy="936104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>
            <p:ph type="title"/>
          </p:nvPr>
        </p:nvSpPr>
        <p:spPr>
          <a:xfrm>
            <a:off x="755575" y="481550"/>
            <a:ext cx="79311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IN" sz="3759"/>
              <a:t>About My Internship Journey with Clevered..</a:t>
            </a:r>
            <a:endParaRPr sz="3759"/>
          </a:p>
        </p:txBody>
      </p:sp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389825" y="1873975"/>
            <a:ext cx="7998600" cy="21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IN">
                <a:solidFill>
                  <a:schemeClr val="lt1"/>
                </a:solidFill>
              </a:rPr>
              <a:t>I have had a very enriching experience with </a:t>
            </a:r>
            <a:r>
              <a:rPr lang="en-IN">
                <a:solidFill>
                  <a:schemeClr val="lt1"/>
                </a:solidFill>
              </a:rPr>
              <a:t>clevered</a:t>
            </a:r>
            <a:r>
              <a:rPr lang="en-IN">
                <a:solidFill>
                  <a:schemeClr val="lt1"/>
                </a:solidFill>
              </a:rPr>
              <a:t>. They helped my learn new concepts </a:t>
            </a:r>
            <a:r>
              <a:rPr lang="en-IN">
                <a:solidFill>
                  <a:schemeClr val="lt1"/>
                </a:solidFill>
              </a:rPr>
              <a:t>about AI and also helped me build something for the community.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000582" y="1787156"/>
            <a:ext cx="3686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About the App..</a:t>
            </a:r>
            <a:endParaRPr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457200" y="1600200"/>
            <a:ext cx="368617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IN">
                <a:solidFill>
                  <a:schemeClr val="lt1"/>
                </a:solidFill>
              </a:rPr>
              <a:t>App’s Main Menu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5029232" y="1571612"/>
            <a:ext cx="368617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App’s Introduction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AI-driven platform analyzing 104 NFHS-5 indicators to identify and visualize healthcare access gaps across Indian districts.</a:t>
            </a:r>
            <a:endParaRPr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6" title="Screenshot 2026-08-06 at 10.55.1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875" y="2317725"/>
            <a:ext cx="4530949" cy="30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1424880" y="982403"/>
            <a:ext cx="5760600" cy="936000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>
            <p:ph type="title"/>
          </p:nvPr>
        </p:nvSpPr>
        <p:spPr>
          <a:xfrm>
            <a:off x="0" y="775475"/>
            <a:ext cx="8229600" cy="12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How do I use the App?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67425" y="1979700"/>
            <a:ext cx="8330400" cy="45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to Use</a:t>
            </a:r>
            <a:endParaRPr b="1"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AutoNum type="arabicPeriod"/>
            </a:pPr>
            <a:r>
              <a:rPr b="1" lang="en-I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 a district</a:t>
            </a:r>
            <a:r>
              <a:rPr lang="en-I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from the interactive option.</a:t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AutoNum type="arabicPeriod"/>
            </a:pPr>
            <a:r>
              <a:rPr b="1" lang="en-I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 its health profile</a:t>
            </a:r>
            <a:r>
              <a:rPr lang="en-I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across the 104 NFHS-5 indicators.</a:t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AutoNum type="arabicPeriod"/>
            </a:pPr>
            <a:r>
              <a:rPr b="1" lang="en-I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 the district's health score</a:t>
            </a:r>
            <a:r>
              <a:rPr lang="en-I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and cluster classification.</a:t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AutoNum type="arabicPeriod"/>
            </a:pPr>
            <a:r>
              <a:rPr b="1" lang="en-I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Compare districts</a:t>
            </a:r>
            <a:r>
              <a:rPr lang="en-I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to identify areas with greater healthcare access gaps.</a:t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AutoNum type="arabicPeriod"/>
            </a:pPr>
            <a:r>
              <a:rPr b="1" lang="en-I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the insights</a:t>
            </a:r>
            <a:r>
              <a:rPr lang="en-I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to understand regional healthcare needs and prioritize areas for further analysis.</a:t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8"/>
          <p:cNvSpPr/>
          <p:nvPr/>
        </p:nvSpPr>
        <p:spPr>
          <a:xfrm>
            <a:off x="611560" y="140358"/>
            <a:ext cx="7920880" cy="1290871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70"/>
              <a:buFont typeface="Calibri"/>
              <a:buNone/>
            </a:pPr>
            <a:r>
              <a:rPr lang="en-IN"/>
              <a:t>Option- District Selection</a:t>
            </a:r>
            <a:endParaRPr sz="2700"/>
          </a:p>
        </p:txBody>
      </p:sp>
      <p:sp>
        <p:nvSpPr>
          <p:cNvPr id="150" name="Google Shape;150;p8"/>
          <p:cNvSpPr txBox="1"/>
          <p:nvPr>
            <p:ph idx="1" type="body"/>
          </p:nvPr>
        </p:nvSpPr>
        <p:spPr>
          <a:xfrm>
            <a:off x="457200" y="1600200"/>
            <a:ext cx="347185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5100670" y="1546243"/>
            <a:ext cx="375761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a district in india from the district selector option and click submit.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app shows the results as per the district entered by the user.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8" title="Screenshot 2026-08-19 at 8.13.3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550" y="1600200"/>
            <a:ext cx="4477650" cy="390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p9"/>
          <p:cNvSpPr/>
          <p:nvPr/>
        </p:nvSpPr>
        <p:spPr>
          <a:xfrm>
            <a:off x="1871700" y="200702"/>
            <a:ext cx="5400600" cy="1290871"/>
          </a:xfrm>
          <a:prstGeom prst="rect">
            <a:avLst/>
          </a:prstGeom>
          <a:solidFill>
            <a:srgbClr val="F1EDA5"/>
          </a:solidFill>
          <a:ln cap="flat" cmpd="sng" w="25400">
            <a:solidFill>
              <a:srgbClr val="F1ED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Contact Person</a:t>
            </a:r>
            <a:endParaRPr/>
          </a:p>
        </p:txBody>
      </p:sp>
      <p:sp>
        <p:nvSpPr>
          <p:cNvPr id="160" name="Google Shape;160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IN">
                <a:solidFill>
                  <a:schemeClr val="lt1"/>
                </a:solidFill>
              </a:rPr>
              <a:t>Feel </a:t>
            </a:r>
            <a:r>
              <a:rPr lang="en-IN">
                <a:solidFill>
                  <a:schemeClr val="lt1"/>
                </a:solidFill>
              </a:rPr>
              <a:t>free</a:t>
            </a:r>
            <a:r>
              <a:rPr lang="en-IN">
                <a:solidFill>
                  <a:schemeClr val="lt1"/>
                </a:solidFill>
              </a:rPr>
              <a:t> to reach out for any queries/suggestions/ ideas-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IN">
                <a:solidFill>
                  <a:schemeClr val="lt1"/>
                </a:solidFill>
              </a:rPr>
              <a:t>Email: </a:t>
            </a:r>
            <a:r>
              <a:rPr lang="en-IN" u="sng">
                <a:solidFill>
                  <a:schemeClr val="hlink"/>
                </a:solidFill>
                <a:hlinkClick r:id="rId4"/>
              </a:rPr>
              <a:t>kalrapanav@gmail.com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mmara\Clevered\brochure\002.png"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" name="Google Shape;166;p10"/>
          <p:cNvSpPr txBox="1"/>
          <p:nvPr>
            <p:ph type="title"/>
          </p:nvPr>
        </p:nvSpPr>
        <p:spPr>
          <a:xfrm>
            <a:off x="2442592" y="2807803"/>
            <a:ext cx="4258816" cy="1143000"/>
          </a:xfrm>
          <a:prstGeom prst="rect">
            <a:avLst/>
          </a:prstGeom>
          <a:solidFill>
            <a:srgbClr val="F1EDA5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2021-09-17T13:31:27Z</dcterms:created>
  <dc:creator>Smita</dc:creator>
</cp:coreProperties>
</file>